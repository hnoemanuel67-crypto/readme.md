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dez Emanuel" userId="5fdff22fa55e16ae" providerId="LiveId" clId="{63013495-BBD1-4F8B-881C-0BBC8DBA2C04}"/>
    <pc:docChg chg="undo custSel addSld modSld sldOrd">
      <pc:chgData name="Mendez Emanuel" userId="5fdff22fa55e16ae" providerId="LiveId" clId="{63013495-BBD1-4F8B-881C-0BBC8DBA2C04}" dt="2026-02-18T13:25:23.120" v="153" actId="1076"/>
      <pc:docMkLst>
        <pc:docMk/>
      </pc:docMkLst>
      <pc:sldChg chg="modSp mod">
        <pc:chgData name="Mendez Emanuel" userId="5fdff22fa55e16ae" providerId="LiveId" clId="{63013495-BBD1-4F8B-881C-0BBC8DBA2C04}" dt="2026-02-18T12:57:42.360" v="24" actId="120"/>
        <pc:sldMkLst>
          <pc:docMk/>
          <pc:sldMk cId="1931814482" sldId="258"/>
        </pc:sldMkLst>
        <pc:spChg chg="mod">
          <ac:chgData name="Mendez Emanuel" userId="5fdff22fa55e16ae" providerId="LiveId" clId="{63013495-BBD1-4F8B-881C-0BBC8DBA2C04}" dt="2026-02-18T12:57:42.360" v="24" actId="120"/>
          <ac:spMkLst>
            <pc:docMk/>
            <pc:sldMk cId="1931814482" sldId="258"/>
            <ac:spMk id="3" creationId="{454F0DAE-D4EC-435A-969A-B4706EC7BE65}"/>
          </ac:spMkLst>
        </pc:spChg>
      </pc:sldChg>
      <pc:sldChg chg="addSp delSp modSp mod">
        <pc:chgData name="Mendez Emanuel" userId="5fdff22fa55e16ae" providerId="LiveId" clId="{63013495-BBD1-4F8B-881C-0BBC8DBA2C04}" dt="2026-02-18T12:57:31.940" v="22" actId="120"/>
        <pc:sldMkLst>
          <pc:docMk/>
          <pc:sldMk cId="2514165537" sldId="260"/>
        </pc:sldMkLst>
        <pc:spChg chg="del mod">
          <ac:chgData name="Mendez Emanuel" userId="5fdff22fa55e16ae" providerId="LiveId" clId="{63013495-BBD1-4F8B-881C-0BBC8DBA2C04}" dt="2026-02-17T20:11:50.714" v="3" actId="478"/>
          <ac:spMkLst>
            <pc:docMk/>
            <pc:sldMk cId="2514165537" sldId="260"/>
            <ac:spMk id="2" creationId="{78261C66-7EB3-477F-8F3A-9072BF7D9A46}"/>
          </ac:spMkLst>
        </pc:spChg>
        <pc:spChg chg="mod">
          <ac:chgData name="Mendez Emanuel" userId="5fdff22fa55e16ae" providerId="LiveId" clId="{63013495-BBD1-4F8B-881C-0BBC8DBA2C04}" dt="2026-02-18T12:57:31.940" v="22" actId="120"/>
          <ac:spMkLst>
            <pc:docMk/>
            <pc:sldMk cId="2514165537" sldId="260"/>
            <ac:spMk id="3" creationId="{E418EE7B-DDA1-4509-85C9-1363712125C1}"/>
          </ac:spMkLst>
        </pc:spChg>
        <pc:spChg chg="add mod">
          <ac:chgData name="Mendez Emanuel" userId="5fdff22fa55e16ae" providerId="LiveId" clId="{63013495-BBD1-4F8B-881C-0BBC8DBA2C04}" dt="2026-02-17T20:12:32.295" v="10" actId="571"/>
          <ac:spMkLst>
            <pc:docMk/>
            <pc:sldMk cId="2514165537" sldId="260"/>
            <ac:spMk id="4" creationId="{24E078ED-1CC9-482F-BAE6-3698BF55377C}"/>
          </ac:spMkLst>
        </pc:spChg>
        <pc:picChg chg="add mod">
          <ac:chgData name="Mendez Emanuel" userId="5fdff22fa55e16ae" providerId="LiveId" clId="{63013495-BBD1-4F8B-881C-0BBC8DBA2C04}" dt="2026-02-17T20:22:38.093" v="16" actId="1076"/>
          <ac:picMkLst>
            <pc:docMk/>
            <pc:sldMk cId="2514165537" sldId="260"/>
            <ac:picMk id="5122" creationId="{6494345E-C31E-4F40-BA5D-3DB844E99631}"/>
          </ac:picMkLst>
        </pc:picChg>
      </pc:sldChg>
      <pc:sldChg chg="addSp delSp modSp mod">
        <pc:chgData name="Mendez Emanuel" userId="5fdff22fa55e16ae" providerId="LiveId" clId="{63013495-BBD1-4F8B-881C-0BBC8DBA2C04}" dt="2026-02-18T13:03:25.678" v="30" actId="1076"/>
        <pc:sldMkLst>
          <pc:docMk/>
          <pc:sldMk cId="2039655309" sldId="261"/>
        </pc:sldMkLst>
        <pc:spChg chg="del">
          <ac:chgData name="Mendez Emanuel" userId="5fdff22fa55e16ae" providerId="LiveId" clId="{63013495-BBD1-4F8B-881C-0BBC8DBA2C04}" dt="2026-02-18T12:57:10.698" v="18" actId="478"/>
          <ac:spMkLst>
            <pc:docMk/>
            <pc:sldMk cId="2039655309" sldId="261"/>
            <ac:spMk id="2" creationId="{48E88152-F93A-4991-8316-B0B737FF46D6}"/>
          </ac:spMkLst>
        </pc:spChg>
        <pc:spChg chg="mod">
          <ac:chgData name="Mendez Emanuel" userId="5fdff22fa55e16ae" providerId="LiveId" clId="{63013495-BBD1-4F8B-881C-0BBC8DBA2C04}" dt="2026-02-18T13:03:06.604" v="27" actId="1076"/>
          <ac:spMkLst>
            <pc:docMk/>
            <pc:sldMk cId="2039655309" sldId="261"/>
            <ac:spMk id="3" creationId="{8CC70EA5-8DE1-4E0A-9592-B0881B6A7B70}"/>
          </ac:spMkLst>
        </pc:spChg>
        <pc:picChg chg="add mod">
          <ac:chgData name="Mendez Emanuel" userId="5fdff22fa55e16ae" providerId="LiveId" clId="{63013495-BBD1-4F8B-881C-0BBC8DBA2C04}" dt="2026-02-18T13:03:25.678" v="30" actId="1076"/>
          <ac:picMkLst>
            <pc:docMk/>
            <pc:sldMk cId="2039655309" sldId="261"/>
            <ac:picMk id="1026" creationId="{77253F7B-D2E4-4846-8B11-5D6528FBF13E}"/>
          </ac:picMkLst>
        </pc:picChg>
      </pc:sldChg>
      <pc:sldChg chg="addSp delSp modSp mod">
        <pc:chgData name="Mendez Emanuel" userId="5fdff22fa55e16ae" providerId="LiveId" clId="{63013495-BBD1-4F8B-881C-0BBC8DBA2C04}" dt="2026-02-18T13:05:29.995" v="40" actId="1076"/>
        <pc:sldMkLst>
          <pc:docMk/>
          <pc:sldMk cId="1890709300" sldId="262"/>
        </pc:sldMkLst>
        <pc:spChg chg="del mod">
          <ac:chgData name="Mendez Emanuel" userId="5fdff22fa55e16ae" providerId="LiveId" clId="{63013495-BBD1-4F8B-881C-0BBC8DBA2C04}" dt="2026-02-18T13:04:07.837" v="35" actId="478"/>
          <ac:spMkLst>
            <pc:docMk/>
            <pc:sldMk cId="1890709300" sldId="262"/>
            <ac:spMk id="2" creationId="{49C2ADEC-FBE5-45AA-A552-780F2FEDEFF2}"/>
          </ac:spMkLst>
        </pc:spChg>
        <pc:spChg chg="mod">
          <ac:chgData name="Mendez Emanuel" userId="5fdff22fa55e16ae" providerId="LiveId" clId="{63013495-BBD1-4F8B-881C-0BBC8DBA2C04}" dt="2026-02-18T13:04:14.045" v="37" actId="1076"/>
          <ac:spMkLst>
            <pc:docMk/>
            <pc:sldMk cId="1890709300" sldId="262"/>
            <ac:spMk id="3" creationId="{400DAF9B-44D9-4DFC-A360-314FC37250A0}"/>
          </ac:spMkLst>
        </pc:spChg>
        <pc:picChg chg="add mod">
          <ac:chgData name="Mendez Emanuel" userId="5fdff22fa55e16ae" providerId="LiveId" clId="{63013495-BBD1-4F8B-881C-0BBC8DBA2C04}" dt="2026-02-18T13:05:29.995" v="40" actId="1076"/>
          <ac:picMkLst>
            <pc:docMk/>
            <pc:sldMk cId="1890709300" sldId="262"/>
            <ac:picMk id="2050" creationId="{4A1F2937-FEE4-43C0-9C9F-C13679907325}"/>
          </ac:picMkLst>
        </pc:picChg>
      </pc:sldChg>
      <pc:sldChg chg="addSp delSp modSp new mod">
        <pc:chgData name="Mendez Emanuel" userId="5fdff22fa55e16ae" providerId="LiveId" clId="{63013495-BBD1-4F8B-881C-0BBC8DBA2C04}" dt="2026-02-18T13:13:46.373" v="56" actId="1076"/>
        <pc:sldMkLst>
          <pc:docMk/>
          <pc:sldMk cId="3717726342" sldId="263"/>
        </pc:sldMkLst>
        <pc:spChg chg="add del mod">
          <ac:chgData name="Mendez Emanuel" userId="5fdff22fa55e16ae" providerId="LiveId" clId="{63013495-BBD1-4F8B-881C-0BBC8DBA2C04}" dt="2026-02-18T13:11:26.243" v="52" actId="122"/>
          <ac:spMkLst>
            <pc:docMk/>
            <pc:sldMk cId="3717726342" sldId="263"/>
            <ac:spMk id="2" creationId="{1D212F59-15E3-44F6-974A-6837895220B8}"/>
          </ac:spMkLst>
        </pc:spChg>
        <pc:spChg chg="add del mod">
          <ac:chgData name="Mendez Emanuel" userId="5fdff22fa55e16ae" providerId="LiveId" clId="{63013495-BBD1-4F8B-881C-0BBC8DBA2C04}" dt="2026-02-18T13:11:31.654" v="53" actId="14100"/>
          <ac:spMkLst>
            <pc:docMk/>
            <pc:sldMk cId="3717726342" sldId="263"/>
            <ac:spMk id="3" creationId="{245E1DCD-9CA8-4A97-A219-3022EB3165C1}"/>
          </ac:spMkLst>
        </pc:spChg>
        <pc:spChg chg="add del mod">
          <ac:chgData name="Mendez Emanuel" userId="5fdff22fa55e16ae" providerId="LiveId" clId="{63013495-BBD1-4F8B-881C-0BBC8DBA2C04}" dt="2026-02-18T13:09:16.174" v="44"/>
          <ac:spMkLst>
            <pc:docMk/>
            <pc:sldMk cId="3717726342" sldId="263"/>
            <ac:spMk id="4" creationId="{A9AE42BC-69E4-4FDB-AA9A-55FCBB428304}"/>
          </ac:spMkLst>
        </pc:spChg>
        <pc:spChg chg="add del mod">
          <ac:chgData name="Mendez Emanuel" userId="5fdff22fa55e16ae" providerId="LiveId" clId="{63013495-BBD1-4F8B-881C-0BBC8DBA2C04}" dt="2026-02-18T13:09:34.825" v="47"/>
          <ac:spMkLst>
            <pc:docMk/>
            <pc:sldMk cId="3717726342" sldId="263"/>
            <ac:spMk id="5" creationId="{C6C2C11B-BA84-4248-937B-78583301FAB9}"/>
          </ac:spMkLst>
        </pc:spChg>
        <pc:picChg chg="add mod">
          <ac:chgData name="Mendez Emanuel" userId="5fdff22fa55e16ae" providerId="LiveId" clId="{63013495-BBD1-4F8B-881C-0BBC8DBA2C04}" dt="2026-02-18T13:13:46.373" v="56" actId="1076"/>
          <ac:picMkLst>
            <pc:docMk/>
            <pc:sldMk cId="3717726342" sldId="263"/>
            <ac:picMk id="3076" creationId="{A10D05C0-9DB0-422A-8A1E-5A3AD28AC9FC}"/>
          </ac:picMkLst>
        </pc:picChg>
      </pc:sldChg>
      <pc:sldChg chg="addSp delSp modSp new mod">
        <pc:chgData name="Mendez Emanuel" userId="5fdff22fa55e16ae" providerId="LiveId" clId="{63013495-BBD1-4F8B-881C-0BBC8DBA2C04}" dt="2026-02-18T13:18:37.515" v="81" actId="1076"/>
        <pc:sldMkLst>
          <pc:docMk/>
          <pc:sldMk cId="514172162" sldId="264"/>
        </pc:sldMkLst>
        <pc:spChg chg="del mod">
          <ac:chgData name="Mendez Emanuel" userId="5fdff22fa55e16ae" providerId="LiveId" clId="{63013495-BBD1-4F8B-881C-0BBC8DBA2C04}" dt="2026-02-18T13:17:29.329" v="75" actId="478"/>
          <ac:spMkLst>
            <pc:docMk/>
            <pc:sldMk cId="514172162" sldId="264"/>
            <ac:spMk id="2" creationId="{03D4C220-47DF-4B5C-B66B-3C871F2B674E}"/>
          </ac:spMkLst>
        </pc:spChg>
        <pc:spChg chg="mod">
          <ac:chgData name="Mendez Emanuel" userId="5fdff22fa55e16ae" providerId="LiveId" clId="{63013495-BBD1-4F8B-881C-0BBC8DBA2C04}" dt="2026-02-18T13:17:38.188" v="78" actId="1076"/>
          <ac:spMkLst>
            <pc:docMk/>
            <pc:sldMk cId="514172162" sldId="264"/>
            <ac:spMk id="3" creationId="{E8D9093A-38A1-4756-9265-9B59EE78D6A3}"/>
          </ac:spMkLst>
        </pc:spChg>
        <pc:picChg chg="add mod">
          <ac:chgData name="Mendez Emanuel" userId="5fdff22fa55e16ae" providerId="LiveId" clId="{63013495-BBD1-4F8B-881C-0BBC8DBA2C04}" dt="2026-02-18T13:18:37.515" v="81" actId="1076"/>
          <ac:picMkLst>
            <pc:docMk/>
            <pc:sldMk cId="514172162" sldId="264"/>
            <ac:picMk id="5122" creationId="{C8468181-ADE1-4A24-875F-86BFFA70C4CA}"/>
          </ac:picMkLst>
        </pc:picChg>
      </pc:sldChg>
      <pc:sldChg chg="addSp delSp modSp new mod ord">
        <pc:chgData name="Mendez Emanuel" userId="5fdff22fa55e16ae" providerId="LiveId" clId="{63013495-BBD1-4F8B-881C-0BBC8DBA2C04}" dt="2026-02-18T13:17:02.676" v="70"/>
        <pc:sldMkLst>
          <pc:docMk/>
          <pc:sldMk cId="2900047362" sldId="265"/>
        </pc:sldMkLst>
        <pc:spChg chg="del">
          <ac:chgData name="Mendez Emanuel" userId="5fdff22fa55e16ae" providerId="LiveId" clId="{63013495-BBD1-4F8B-881C-0BBC8DBA2C04}" dt="2026-02-18T13:14:14.378" v="59" actId="478"/>
          <ac:spMkLst>
            <pc:docMk/>
            <pc:sldMk cId="2900047362" sldId="265"/>
            <ac:spMk id="2" creationId="{0C7E716E-4534-4A39-A041-E17E69B8BF29}"/>
          </ac:spMkLst>
        </pc:spChg>
        <pc:spChg chg="add del mod">
          <ac:chgData name="Mendez Emanuel" userId="5fdff22fa55e16ae" providerId="LiveId" clId="{63013495-BBD1-4F8B-881C-0BBC8DBA2C04}" dt="2026-02-18T13:15:10.389" v="65" actId="1076"/>
          <ac:spMkLst>
            <pc:docMk/>
            <pc:sldMk cId="2900047362" sldId="265"/>
            <ac:spMk id="3" creationId="{C7448F1C-7A73-4E38-AA0D-2AE02EFF838A}"/>
          </ac:spMkLst>
        </pc:spChg>
        <pc:picChg chg="add del mod">
          <ac:chgData name="Mendez Emanuel" userId="5fdff22fa55e16ae" providerId="LiveId" clId="{63013495-BBD1-4F8B-881C-0BBC8DBA2C04}" dt="2026-02-18T13:14:43.228" v="61"/>
          <ac:picMkLst>
            <pc:docMk/>
            <pc:sldMk cId="2900047362" sldId="265"/>
            <ac:picMk id="4098" creationId="{859CF2DE-513B-45A3-A8BE-51D62FE35B11}"/>
          </ac:picMkLst>
        </pc:picChg>
        <pc:picChg chg="add mod">
          <ac:chgData name="Mendez Emanuel" userId="5fdff22fa55e16ae" providerId="LiveId" clId="{63013495-BBD1-4F8B-881C-0BBC8DBA2C04}" dt="2026-02-18T13:16:58.791" v="68" actId="1076"/>
          <ac:picMkLst>
            <pc:docMk/>
            <pc:sldMk cId="2900047362" sldId="265"/>
            <ac:picMk id="4100" creationId="{5E9ABD10-162B-49F6-8294-24C550A9D6FD}"/>
          </ac:picMkLst>
        </pc:picChg>
      </pc:sldChg>
      <pc:sldChg chg="addSp delSp modSp new mod">
        <pc:chgData name="Mendez Emanuel" userId="5fdff22fa55e16ae" providerId="LiveId" clId="{63013495-BBD1-4F8B-881C-0BBC8DBA2C04}" dt="2026-02-18T13:22:09.616" v="101" actId="1076"/>
        <pc:sldMkLst>
          <pc:docMk/>
          <pc:sldMk cId="1571705994" sldId="266"/>
        </pc:sldMkLst>
        <pc:spChg chg="del mod">
          <ac:chgData name="Mendez Emanuel" userId="5fdff22fa55e16ae" providerId="LiveId" clId="{63013495-BBD1-4F8B-881C-0BBC8DBA2C04}" dt="2026-02-18T13:19:09.494" v="86" actId="478"/>
          <ac:spMkLst>
            <pc:docMk/>
            <pc:sldMk cId="1571705994" sldId="266"/>
            <ac:spMk id="2" creationId="{ABDF92E1-3B05-4832-830D-119E10E95F84}"/>
          </ac:spMkLst>
        </pc:spChg>
        <pc:spChg chg="mod">
          <ac:chgData name="Mendez Emanuel" userId="5fdff22fa55e16ae" providerId="LiveId" clId="{63013495-BBD1-4F8B-881C-0BBC8DBA2C04}" dt="2026-02-18T13:20:50.945" v="92"/>
          <ac:spMkLst>
            <pc:docMk/>
            <pc:sldMk cId="1571705994" sldId="266"/>
            <ac:spMk id="3" creationId="{0A81ED34-A606-4357-9C7E-518C321906CB}"/>
          </ac:spMkLst>
        </pc:spChg>
        <pc:picChg chg="add del mod">
          <ac:chgData name="Mendez Emanuel" userId="5fdff22fa55e16ae" providerId="LiveId" clId="{63013495-BBD1-4F8B-881C-0BBC8DBA2C04}" dt="2026-02-18T13:21:39.801" v="98"/>
          <ac:picMkLst>
            <pc:docMk/>
            <pc:sldMk cId="1571705994" sldId="266"/>
            <ac:picMk id="6146" creationId="{F79D6AB4-D0D1-4F02-8C17-249BD7C35709}"/>
          </ac:picMkLst>
        </pc:picChg>
        <pc:picChg chg="add mod">
          <ac:chgData name="Mendez Emanuel" userId="5fdff22fa55e16ae" providerId="LiveId" clId="{63013495-BBD1-4F8B-881C-0BBC8DBA2C04}" dt="2026-02-18T13:22:09.616" v="101" actId="1076"/>
          <ac:picMkLst>
            <pc:docMk/>
            <pc:sldMk cId="1571705994" sldId="266"/>
            <ac:picMk id="6148" creationId="{69054E03-903B-4B2D-AE50-90565B324ACC}"/>
          </ac:picMkLst>
        </pc:picChg>
      </pc:sldChg>
      <pc:sldChg chg="addSp delSp modSp new mod">
        <pc:chgData name="Mendez Emanuel" userId="5fdff22fa55e16ae" providerId="LiveId" clId="{63013495-BBD1-4F8B-881C-0BBC8DBA2C04}" dt="2026-02-18T13:25:23.120" v="153" actId="1076"/>
        <pc:sldMkLst>
          <pc:docMk/>
          <pc:sldMk cId="565981838" sldId="267"/>
        </pc:sldMkLst>
        <pc:spChg chg="mod">
          <ac:chgData name="Mendez Emanuel" userId="5fdff22fa55e16ae" providerId="LiveId" clId="{63013495-BBD1-4F8B-881C-0BBC8DBA2C04}" dt="2026-02-18T13:24:24.331" v="148" actId="20577"/>
          <ac:spMkLst>
            <pc:docMk/>
            <pc:sldMk cId="565981838" sldId="267"/>
            <ac:spMk id="2" creationId="{2F6CBA46-0FE2-4744-9995-1C741D41E0FD}"/>
          </ac:spMkLst>
        </pc:spChg>
        <pc:spChg chg="add del mod">
          <ac:chgData name="Mendez Emanuel" userId="5fdff22fa55e16ae" providerId="LiveId" clId="{63013495-BBD1-4F8B-881C-0BBC8DBA2C04}" dt="2026-02-18T13:25:18.811" v="152" actId="1076"/>
          <ac:spMkLst>
            <pc:docMk/>
            <pc:sldMk cId="565981838" sldId="267"/>
            <ac:spMk id="3" creationId="{DA7291EF-47E1-46BB-964B-56BE16823466}"/>
          </ac:spMkLst>
        </pc:spChg>
        <pc:spChg chg="add del mod">
          <ac:chgData name="Mendez Emanuel" userId="5fdff22fa55e16ae" providerId="LiveId" clId="{63013495-BBD1-4F8B-881C-0BBC8DBA2C04}" dt="2026-02-18T13:22:50.537" v="104"/>
          <ac:spMkLst>
            <pc:docMk/>
            <pc:sldMk cId="565981838" sldId="267"/>
            <ac:spMk id="4" creationId="{2DE9FC51-2152-48EC-8171-B94E9B78E049}"/>
          </ac:spMkLst>
        </pc:spChg>
        <pc:picChg chg="add mod">
          <ac:chgData name="Mendez Emanuel" userId="5fdff22fa55e16ae" providerId="LiveId" clId="{63013495-BBD1-4F8B-881C-0BBC8DBA2C04}" dt="2026-02-18T13:25:23.120" v="153" actId="1076"/>
          <ac:picMkLst>
            <pc:docMk/>
            <pc:sldMk cId="565981838" sldId="267"/>
            <ac:picMk id="7171" creationId="{9F142AD0-5B4A-4A39-8E80-B3C1E4ABA4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6102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2030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1892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42410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43144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8971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8116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51131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9992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7207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1050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E1A1A-E80D-493A-8182-5D72093E025C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51773-B30E-45F3-A252-5A4C4997EEA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4420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C564C-6CEC-47EF-B3D4-1B0ABAE72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879"/>
            <a:ext cx="9144000" cy="2047876"/>
          </a:xfrm>
        </p:spPr>
        <p:txBody>
          <a:bodyPr>
            <a:normAutofit/>
          </a:bodyPr>
          <a:lstStyle/>
          <a:p>
            <a:r>
              <a:rPr lang="es-ES" dirty="0"/>
              <a:t>ROL DE ANALISTAS DE DISEÑOS DE SISTEMAS </a:t>
            </a:r>
            <a:endParaRPr lang="es-SV" dirty="0"/>
          </a:p>
        </p:txBody>
      </p:sp>
      <p:pic>
        <p:nvPicPr>
          <p:cNvPr id="1026" name="Picture 2" descr="Qué hace un Analista de Sistemas en la era digital - Tu ventana al mundo  digital">
            <a:extLst>
              <a:ext uri="{FF2B5EF4-FFF2-40B4-BE49-F238E27FC236}">
                <a16:creationId xmlns:a16="http://schemas.microsoft.com/office/drawing/2014/main" id="{0FA916CB-5847-4A9A-88C7-31BB2F0DF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927" y="2390291"/>
            <a:ext cx="3990146" cy="36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98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A71BD7-207A-4B68-B713-902F217E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138"/>
            <a:ext cx="10515600" cy="2719871"/>
          </a:xfrm>
        </p:spPr>
        <p:txBody>
          <a:bodyPr>
            <a:noAutofit/>
          </a:bodyPr>
          <a:lstStyle/>
          <a:p>
            <a:r>
              <a:rPr lang="es-ES" sz="3200" dirty="0"/>
              <a:t>El analista de diseños de sistemas es un profesional clave que actúa como puente entre las necesidades empresariales y las soluciones tecnológicas. Evalúa, diseña e implementa sistemas informáticos, optimizando procesos y facilitando cambios organizacionales para mejorar la eficiencia y la experiencia del usuario.</a:t>
            </a:r>
            <a:endParaRPr lang="es-SV" sz="3200" dirty="0"/>
          </a:p>
        </p:txBody>
      </p:sp>
      <p:pic>
        <p:nvPicPr>
          <p:cNvPr id="2053" name="Picture 5" descr="ROL DEL ANALISTA DE SISTEMAS by Jeremy Hernandez on Prezi">
            <a:extLst>
              <a:ext uri="{FF2B5EF4-FFF2-40B4-BE49-F238E27FC236}">
                <a16:creationId xmlns:a16="http://schemas.microsoft.com/office/drawing/2014/main" id="{89F5F6DA-92FB-441F-BA89-F848E042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563" y="3101009"/>
            <a:ext cx="5805280" cy="36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21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1D16-36DC-4E5B-BDFD-6FB2ADD3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Sus funciones y responsabilidades </a:t>
            </a:r>
            <a:b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</a:b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clave incluyen: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3C6E7E-38F8-4C4A-9147-6A6F76D5E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Evaluación y Análisis: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r>
              <a:rPr lang="es-ES" sz="3200" b="0" i="0" dirty="0">
                <a:solidFill>
                  <a:srgbClr val="E6E8F0"/>
                </a:solidFill>
                <a:effectLst/>
                <a:latin typeface="Google Sans"/>
              </a:rPr>
              <a:t>Analizar los procesos de negocio 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actuales, identificar problemas operativos y definir requerimientos técnicos para nuevas soluciones.</a:t>
            </a:r>
          </a:p>
          <a:p>
            <a:endParaRPr lang="es-SV" dirty="0"/>
          </a:p>
        </p:txBody>
      </p:sp>
      <p:pic>
        <p:nvPicPr>
          <p:cNvPr id="3075" name="Picture 3" descr="Evaluación previa: Definición del ámbito de seguimiento y evaluación -  Evaldes">
            <a:extLst>
              <a:ext uri="{FF2B5EF4-FFF2-40B4-BE49-F238E27FC236}">
                <a16:creationId xmlns:a16="http://schemas.microsoft.com/office/drawing/2014/main" id="{CDA6AC06-9BFD-4829-B711-5398519D0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217" y="3180316"/>
            <a:ext cx="5139565" cy="342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60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4F0DAE-D4EC-435A-969A-B4706EC7B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686"/>
            <a:ext cx="10515600" cy="1603375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Diseño de Soluciones: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Crear la arquitectura de sistemas, incluyendo diagramas de flujo de datos, estructuras de bases de datos </a:t>
            </a:r>
          </a:p>
          <a:p>
            <a:pPr marL="0" indent="0">
              <a:buNone/>
            </a:pP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(mapeos de origen a destino) y especificaciones técnicas.</a:t>
            </a:r>
          </a:p>
          <a:p>
            <a:pPr marL="0" indent="0">
              <a:buNone/>
            </a:pPr>
            <a:endParaRPr lang="es-SV" dirty="0"/>
          </a:p>
        </p:txBody>
      </p:sp>
      <p:pic>
        <p:nvPicPr>
          <p:cNvPr id="4098" name="Picture 2" descr="Diseño de soluciones. | Vector Premium">
            <a:extLst>
              <a:ext uri="{FF2B5EF4-FFF2-40B4-BE49-F238E27FC236}">
                <a16:creationId xmlns:a16="http://schemas.microsoft.com/office/drawing/2014/main" id="{787242C5-1DE8-4063-A3D4-DBEEF624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106" y="2276061"/>
            <a:ext cx="3973788" cy="397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81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18EE7B-DDA1-4509-85C9-136371212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656" y="1242529"/>
            <a:ext cx="9140687" cy="1603375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Documentación: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Elaborar documentación detallada del sistema, guías de usuario y especificaciones de diseño para el equipo de desarrollo.</a:t>
            </a:r>
          </a:p>
        </p:txBody>
      </p:sp>
      <p:pic>
        <p:nvPicPr>
          <p:cNvPr id="5122" name="Picture 2" descr="Vectores de Documentacion - Descarga vectores gratis de gran calidad de  Freepik | Freepik">
            <a:extLst>
              <a:ext uri="{FF2B5EF4-FFF2-40B4-BE49-F238E27FC236}">
                <a16:creationId xmlns:a16="http://schemas.microsoft.com/office/drawing/2014/main" id="{6494345E-C31E-4F40-BA5D-3DB844E99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79" y="2681322"/>
            <a:ext cx="3987040" cy="3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6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C70EA5-8DE1-4E0A-9592-B0881B6A7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486"/>
            <a:ext cx="10515600" cy="2004253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Colaboración Técnica: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Trabajar junto a desarrolladores, ingenieros y partes interesadas para asegurar que el software cumple con los objetivos del negocio.</a:t>
            </a:r>
          </a:p>
          <a:p>
            <a:endParaRPr lang="es-SV" dirty="0"/>
          </a:p>
        </p:txBody>
      </p:sp>
      <p:pic>
        <p:nvPicPr>
          <p:cNvPr id="1026" name="Picture 2" descr="Colaboración técnica y aprendizaje entre pares para una apertura  significativa – GIFT">
            <a:extLst>
              <a:ext uri="{FF2B5EF4-FFF2-40B4-BE49-F238E27FC236}">
                <a16:creationId xmlns:a16="http://schemas.microsoft.com/office/drawing/2014/main" id="{77253F7B-D2E4-4846-8B11-5D6528FBF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523" y="2981739"/>
            <a:ext cx="4980953" cy="299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65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0DAF9B-44D9-4DFC-A360-314FC3725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008"/>
            <a:ext cx="10515600" cy="1725958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Pruebas y Soporte: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Validar la funcionalidad del sistema mediante pruebas y brindar soporte técnico durante y después de la implementación.</a:t>
            </a:r>
            <a:endParaRPr lang="es-SV" dirty="0"/>
          </a:p>
        </p:txBody>
      </p:sp>
      <p:pic>
        <p:nvPicPr>
          <p:cNvPr id="2050" name="Picture 2" descr="Soporte de pruebas tecnicas como realizar y automatizar varios tipos de  pruebas de software - FasterCapital">
            <a:extLst>
              <a:ext uri="{FF2B5EF4-FFF2-40B4-BE49-F238E27FC236}">
                <a16:creationId xmlns:a16="http://schemas.microsoft.com/office/drawing/2014/main" id="{4A1F2937-FEE4-43C0-9C9F-C13679907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486" y="2626410"/>
            <a:ext cx="6173028" cy="345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70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12F59-15E3-44F6-974A-68378952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SV" b="1" i="0" dirty="0">
                <a:solidFill>
                  <a:srgbClr val="E6E8F0"/>
                </a:solidFill>
                <a:effectLst/>
                <a:latin typeface="Google Sans"/>
              </a:rPr>
              <a:t>Características y Roles Principales: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5E1DCD-9CA8-4A97-A219-3022EB31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Puente de Comunicación: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Actúa como mediador entre los usuarios finales (no técnicos) y los programadores o técnicos, traduciendo requerimientos de negocio en especificaciones funcionales.</a:t>
            </a:r>
          </a:p>
          <a:p>
            <a:endParaRPr lang="es-SV" dirty="0"/>
          </a:p>
        </p:txBody>
      </p:sp>
      <p:pic>
        <p:nvPicPr>
          <p:cNvPr id="3076" name="Picture 4" descr="Qué hace un analista de datos y por qué la comunicación necesita de esta  figura - Universidad ORT Uruguay">
            <a:extLst>
              <a:ext uri="{FF2B5EF4-FFF2-40B4-BE49-F238E27FC236}">
                <a16:creationId xmlns:a16="http://schemas.microsoft.com/office/drawing/2014/main" id="{A10D05C0-9DB0-422A-8A1E-5A3AD28AC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828" y="3367571"/>
            <a:ext cx="5126343" cy="287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72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48F1C-7A73-4E38-AA0D-2AE02EFF8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399"/>
            <a:ext cx="10515600" cy="1603375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Pensamiento Analítico y Crítico: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Capacidad para desglosar problemas complejos, analizar datos y proponer soluciones creativas e innovadoras.</a:t>
            </a:r>
          </a:p>
          <a:p>
            <a:pPr marL="0" indent="0">
              <a:buNone/>
            </a:pPr>
            <a:endParaRPr lang="es-SV" dirty="0"/>
          </a:p>
        </p:txBody>
      </p:sp>
      <p:pic>
        <p:nvPicPr>
          <p:cNvPr id="4100" name="Picture 4" descr="Pensamiento analítico: Qué es y cómo implementarlo">
            <a:extLst>
              <a:ext uri="{FF2B5EF4-FFF2-40B4-BE49-F238E27FC236}">
                <a16:creationId xmlns:a16="http://schemas.microsoft.com/office/drawing/2014/main" id="{5E9ABD10-162B-49F6-8294-24C550A9D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224" y="2263930"/>
            <a:ext cx="6139552" cy="366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04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D9093A-38A1-4756-9265-9B59EE78D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8703"/>
            <a:ext cx="10515600" cy="1805471"/>
          </a:xfrm>
        </p:spPr>
        <p:txBody>
          <a:bodyPr/>
          <a:lstStyle/>
          <a:p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Enfoque en el Ciclo de Vida: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Gestiona las etapas del desarrollo de sistemas, desde la investigación preliminar hasta la implementación y soporte.</a:t>
            </a:r>
          </a:p>
        </p:txBody>
      </p:sp>
      <p:pic>
        <p:nvPicPr>
          <p:cNvPr id="5122" name="Picture 2" descr="Analisis y Diseño de sistemas | Course">
            <a:extLst>
              <a:ext uri="{FF2B5EF4-FFF2-40B4-BE49-F238E27FC236}">
                <a16:creationId xmlns:a16="http://schemas.microsoft.com/office/drawing/2014/main" id="{C8468181-ADE1-4A24-875F-86BFFA70C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114" y="2486715"/>
            <a:ext cx="4771771" cy="357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17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81ED34-A606-4357-9C7E-518C32190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242"/>
            <a:ext cx="10515600" cy="1712706"/>
          </a:xfrm>
        </p:spPr>
        <p:txBody>
          <a:bodyPr/>
          <a:lstStyle/>
          <a:p>
            <a:pPr marL="0" indent="0">
              <a:buNone/>
            </a:pPr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Documentación Detallada: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Genera diagramas de flujo, manuales de usuario y especificaciones técnicas detalladas para el diseño del sistema.</a:t>
            </a:r>
          </a:p>
          <a:p>
            <a:pPr marL="0" indent="0">
              <a:buNone/>
            </a:pPr>
            <a:endParaRPr lang="es-SV" dirty="0"/>
          </a:p>
        </p:txBody>
      </p:sp>
      <p:pic>
        <p:nvPicPr>
          <p:cNvPr id="6148" name="Picture 4" descr="Plantilla de Matriz RACI para Excel (Descarga Gratis) - ProjectManager">
            <a:extLst>
              <a:ext uri="{FF2B5EF4-FFF2-40B4-BE49-F238E27FC236}">
                <a16:creationId xmlns:a16="http://schemas.microsoft.com/office/drawing/2014/main" id="{69054E03-903B-4B2D-AE50-90565B324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85" y="2363681"/>
            <a:ext cx="10392229" cy="412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705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CBA46-0FE2-4744-9995-1C741D41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CONCLUSIÓN: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7291EF-47E1-46BB-964B-56BE16823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035175"/>
          </a:xfrm>
        </p:spPr>
        <p:txBody>
          <a:bodyPr/>
          <a:lstStyle/>
          <a:p>
            <a:r>
              <a:rPr lang="es-ES" dirty="0"/>
              <a:t>El analista de diseño de sistemas es un puente esencial entre las necesidades empresariales y las soluciones tecnológicas, responsable de estructurar, mejorar y optimizar los sistemas de información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.</a:t>
            </a:r>
            <a:endParaRPr lang="es-SV" dirty="0"/>
          </a:p>
        </p:txBody>
      </p:sp>
      <p:pic>
        <p:nvPicPr>
          <p:cNvPr id="7171" name="Picture 3" descr="Emoji doing thumbs up illustration, Emoji Emoticon Smiley Like button Thumb  signal, double happiness transparent background PNG clipart">
            <a:extLst>
              <a:ext uri="{FF2B5EF4-FFF2-40B4-BE49-F238E27FC236}">
                <a16:creationId xmlns:a16="http://schemas.microsoft.com/office/drawing/2014/main" id="{9F142AD0-5B4A-4A39-8E80-B3C1E4ABA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771" y="3182256"/>
            <a:ext cx="3512457" cy="351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98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317</Words>
  <Application>Microsoft Office PowerPoint</Application>
  <PresentationFormat>Panorámica</PresentationFormat>
  <Paragraphs>16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Google Sans</vt:lpstr>
      <vt:lpstr>Office Theme</vt:lpstr>
      <vt:lpstr>ROL DE ANALISTAS DE DISEÑOS DE SISTEMAS </vt:lpstr>
      <vt:lpstr>Presentación de PowerPoint</vt:lpstr>
      <vt:lpstr>Sus funciones y responsabilidades  clave incluyen:</vt:lpstr>
      <vt:lpstr>Presentación de PowerPoint</vt:lpstr>
      <vt:lpstr>Presentación de PowerPoint</vt:lpstr>
      <vt:lpstr>Presentación de PowerPoint</vt:lpstr>
      <vt:lpstr>Presentación de PowerPoint</vt:lpstr>
      <vt:lpstr>Características y Roles Principales:</vt:lpstr>
      <vt:lpstr>Presentación de PowerPoint</vt:lpstr>
      <vt:lpstr>Presentación de PowerPoint</vt:lpstr>
      <vt:lpstr>Presentación de PowerPoint</vt:lpstr>
      <vt:lpstr>CONCLUSIÓN: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 DE ANALISTAS DE DISEÑOS DE SISTEMAS </dc:title>
  <dc:creator>Mendez Emanuel</dc:creator>
  <cp:lastModifiedBy>Mendez Emanuel</cp:lastModifiedBy>
  <cp:revision>5</cp:revision>
  <dcterms:created xsi:type="dcterms:W3CDTF">2026-02-17T19:36:52Z</dcterms:created>
  <dcterms:modified xsi:type="dcterms:W3CDTF">2026-02-23T20:17:05Z</dcterms:modified>
</cp:coreProperties>
</file>