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097280"/>
            <a:ext cx="5486400" cy="5486400"/>
          </a:xfrm>
          <a:prstGeom prst="ellipse">
            <a:avLst/>
          </a:prstGeom>
          <a:solidFill>
            <a:srgbClr val="253580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005840"/>
            <a:ext cx="82296" cy="3200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5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Forks · Joins · Decisiones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886200"/>
            <a:ext cx="457200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2.x  ·  Ingeniería de Software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Actividades?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visual que muestra el flujo de trabajo de un sistema: acciones, decisiones y procesos paralelos.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UML 2.x  ·  Diagrama de comportamiento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365760"/>
            <a:ext cx="44805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del Diagrama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8595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de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Rombo con 1 entrada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múltiples salidas.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salida tiene una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de guarda.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[condición = verdadera]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74320"/>
            <a:ext cx="46634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0D00"/>
          </a:solidFill>
          <a:ln w="12700">
            <a:solidFill>
              <a:srgbClr val="6A0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Proceso de Login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0D00"/>
          </a:solidFill>
          <a:ln w="12700">
            <a:solidFill>
              <a:srgbClr val="6A0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vs. Merge Node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4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Bifurcación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un flujo único en múltiples flujos que se ejecutan al mismo tiempo.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4206240"/>
            <a:ext cx="3657600" cy="1645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Barra horizontal gruesa »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2743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4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Flujos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a que TODOS los flujos paralelos terminen antes de continuar.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4206240"/>
            <a:ext cx="3657600" cy="1645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Semántica AND — todos deben completar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2743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+ Join — Flujo Completo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Guarda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Expresiones booleanas entre corchetes [ ] que controlan qué flujo se toma.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3291840"/>
            <a:ext cx="2560320" cy="347472"/>
          </a:xfrm>
          <a:prstGeom prst="roundRect">
            <a:avLst/>
          </a:prstGeom>
          <a:solidFill>
            <a:srgbClr val="FFD16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31927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[edad &gt;= 18]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3703320"/>
            <a:ext cx="2560320" cy="347472"/>
          </a:xfrm>
          <a:prstGeom prst="roundRect">
            <a:avLst/>
          </a:prstGeom>
          <a:solidFill>
            <a:srgbClr val="E6A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3075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[stock &gt; 0]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2560320" cy="347472"/>
          </a:xfrm>
          <a:prstGeom prst="roundRect">
            <a:avLst/>
          </a:prstGeom>
          <a:solidFill>
            <a:srgbClr val="FFD16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14223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[pago aprobado]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4526280"/>
            <a:ext cx="2560320" cy="347472"/>
          </a:xfrm>
          <a:prstGeom prst="roundRect">
            <a:avLst/>
          </a:prstGeom>
          <a:solidFill>
            <a:srgbClr val="E6A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55371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[usuario válido]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846320" y="274320"/>
            <a:ext cx="4114800" cy="4572000"/>
          </a:xfrm>
          <a:prstGeom prst="rect">
            <a:avLst/>
          </a:prstGeom>
          <a:solidFill>
            <a:srgbClr val="162050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548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clave: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condiciones deben ser: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16002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Mutuamente excluyentes
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(solo una puede ser verdad)
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Exhaustivas
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(cubren todos los casos)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029200" y="3840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son exhaustivas: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queda bloqueado.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Swimlanes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Carriles de Responsabilidad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Organizan el diagrama por actor o componente responsable.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hace qué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cuándo.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82880"/>
            <a:ext cx="44805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Swimlanes — Ejemplo de Compra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24128"/>
            <a:ext cx="4114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Hacer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14800" cy="621792"/>
          </a:xfrm>
          <a:prstGeom prst="rect">
            <a:avLst/>
          </a:prstGeom>
          <a:solidFill>
            <a:srgbClr val="1A3A2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Nombrar acciones con verbos en infinitivo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203704"/>
            <a:ext cx="4114800" cy="621792"/>
          </a:xfrm>
          <a:prstGeom prst="rect">
            <a:avLst/>
          </a:prstGeom>
          <a:solidFill>
            <a:srgbClr val="1F403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942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Fork necesita su Join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898648"/>
            <a:ext cx="4114800" cy="621792"/>
          </a:xfrm>
          <a:prstGeom prst="rect">
            <a:avLst/>
          </a:prstGeom>
          <a:solidFill>
            <a:srgbClr val="1A3A2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4436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de guarda exhaustivas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593592"/>
            <a:ext cx="4114800" cy="621792"/>
          </a:xfrm>
          <a:prstGeom prst="rect">
            <a:avLst/>
          </a:prstGeom>
          <a:solidFill>
            <a:srgbClr val="1F403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393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Swimlanes con múltiples actores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" y="4288536"/>
            <a:ext cx="4114800" cy="621792"/>
          </a:xfrm>
          <a:prstGeom prst="rect">
            <a:avLst/>
          </a:prstGeom>
          <a:solidFill>
            <a:srgbClr val="1A3A2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33425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Subdividir diagramas muy complejos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24128"/>
            <a:ext cx="4114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hacer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754880" y="1508760"/>
            <a:ext cx="4114800" cy="621792"/>
          </a:xfrm>
          <a:prstGeom prst="rect">
            <a:avLst/>
          </a:prstGeom>
          <a:solidFill>
            <a:srgbClr val="3A1A1A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554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sin conectar (dead ends)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54880" y="2203704"/>
            <a:ext cx="4114800" cy="621792"/>
          </a:xfrm>
          <a:prstGeom prst="rect">
            <a:avLst/>
          </a:prstGeom>
          <a:solidFill>
            <a:srgbClr val="4A2020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24942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de guarda solapadas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2898648"/>
            <a:ext cx="4114800" cy="621792"/>
          </a:xfrm>
          <a:prstGeom prst="rect">
            <a:avLst/>
          </a:prstGeom>
          <a:solidFill>
            <a:srgbClr val="3A1A1A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94436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sin Fork previo → deadlock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3593592"/>
            <a:ext cx="4114800" cy="621792"/>
          </a:xfrm>
          <a:prstGeom prst="rect">
            <a:avLst/>
          </a:prstGeom>
          <a:solidFill>
            <a:srgbClr val="4A2020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6393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sin nombre claro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Nodos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84048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3474720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Elegir una ruta según condición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Reunir rutas de una decisión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Lanzar flujos paralelos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Sincronizar flujos paralelos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5486400" cy="5486400"/>
          </a:xfrm>
          <a:prstGeom prst="ellipse">
            <a:avLst/>
          </a:prstGeom>
          <a:solidFill>
            <a:srgbClr val="253580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005840"/>
            <a:ext cx="82296" cy="29260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6800" dirty="0"/>
          </a:p>
        </p:txBody>
      </p:sp>
      <p:sp>
        <p:nvSpPr>
          <p:cNvPr id="5" name="Shape 3"/>
          <p:cNvSpPr/>
          <p:nvPr/>
        </p:nvSpPr>
        <p:spPr>
          <a:xfrm>
            <a:off x="914400" y="2468880"/>
            <a:ext cx="3657600" cy="914400"/>
          </a:xfrm>
          <a:prstGeom prst="rect">
            <a:avLst/>
          </a:prstGeom>
          <a:solidFill>
            <a:srgbClr val="1C2B5C"/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68880"/>
            <a:ext cx="164592" cy="914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514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29535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Rombo · 1→N · condición guarda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2468880"/>
            <a:ext cx="3657600" cy="914400"/>
          </a:xfrm>
          <a:prstGeom prst="rect">
            <a:avLst/>
          </a:prstGeom>
          <a:solidFill>
            <a:srgbClr val="1C2B5C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2468880"/>
            <a:ext cx="164592" cy="914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2514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03520" y="29535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· 1→N · flujos paralelos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3566160"/>
            <a:ext cx="3657600" cy="914400"/>
          </a:xfrm>
          <a:prstGeom prst="rect">
            <a:avLst/>
          </a:prstGeom>
          <a:solidFill>
            <a:srgbClr val="1C2B5C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66160"/>
            <a:ext cx="164592" cy="914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611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88720" y="40507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· N→1 · sincronización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0" y="3566160"/>
            <a:ext cx="3657600" cy="914400"/>
          </a:xfrm>
          <a:prstGeom prst="rect">
            <a:avLst/>
          </a:prstGeom>
          <a:solidFill>
            <a:srgbClr val="1C2B5C"/>
          </a:solidFill>
          <a:ln w="25400">
            <a:solidFill>
              <a:srgbClr val="EF47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3566160"/>
            <a:ext cx="164592" cy="9144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3611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03520" y="40507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Rombo · N→1 · reunir ramas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1371600"/>
            <a:ext cx="6400800" cy="6400800"/>
          </a:xfrm>
          <a:prstGeom prst="ellipse">
            <a:avLst/>
          </a:prstGeom>
          <a:solidFill>
            <a:srgbClr val="253580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82296" cy="2743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Actividades · Forks · Joins · Decisiones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3749040"/>
            <a:ext cx="502920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8862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2.x  ·  Ingeniería de Software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2026-06-01T19:46:12Z</dcterms:created>
  <dcterms:modified xsi:type="dcterms:W3CDTF">2026-06-01T19:46:12Z</dcterms:modified>
</cp:coreProperties>
</file>